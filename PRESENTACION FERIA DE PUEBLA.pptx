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4"/>
  </p:notesMasterIdLst>
  <p:sldIdLst>
    <p:sldId id="826" r:id="rId2"/>
    <p:sldId id="82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0033"/>
    <a:srgbClr val="851F35"/>
    <a:srgbClr val="440DFB"/>
    <a:srgbClr val="E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C70DC-819A-4BAC-998E-2BD3BDDD5EE0}" type="datetimeFigureOut">
              <a:rPr lang="es-MX" smtClean="0"/>
              <a:t>04/05/2026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49B47-1555-4F51-A19B-15FA9627AD5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962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6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91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83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75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66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58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50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42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337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083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755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5"/>
          </a:xfrm>
        </p:spPr>
        <p:txBody>
          <a:bodyPr anchor="t"/>
          <a:lstStyle>
            <a:lvl1pPr algn="l">
              <a:defRPr sz="5177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588">
                <a:solidFill>
                  <a:schemeClr val="tx1">
                    <a:tint val="75000"/>
                  </a:schemeClr>
                </a:solidFill>
              </a:defRPr>
            </a:lvl1pPr>
            <a:lvl2pPr marL="591715" indent="0">
              <a:buNone/>
              <a:defRPr sz="2330">
                <a:solidFill>
                  <a:schemeClr val="tx1">
                    <a:tint val="75000"/>
                  </a:schemeClr>
                </a:solidFill>
              </a:defRPr>
            </a:lvl2pPr>
            <a:lvl3pPr marL="1183431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3pPr>
            <a:lvl4pPr marL="1775147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4pPr>
            <a:lvl5pPr marL="2366862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5pPr>
            <a:lvl6pPr marL="2958578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6pPr>
            <a:lvl7pPr marL="3550293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7pPr>
            <a:lvl8pPr marL="4142009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8pPr>
            <a:lvl9pPr marL="4733725" indent="0">
              <a:buNone/>
              <a:defRPr sz="18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07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2"/>
          </a:xfrm>
        </p:spPr>
        <p:txBody>
          <a:bodyPr/>
          <a:lstStyle>
            <a:lvl1pPr>
              <a:defRPr sz="3624"/>
            </a:lvl1pPr>
            <a:lvl2pPr>
              <a:defRPr sz="3106"/>
            </a:lvl2pPr>
            <a:lvl3pPr>
              <a:defRPr sz="2588"/>
            </a:lvl3pPr>
            <a:lvl4pPr>
              <a:defRPr sz="2330"/>
            </a:lvl4pPr>
            <a:lvl5pPr>
              <a:defRPr sz="2330"/>
            </a:lvl5pPr>
            <a:lvl6pPr>
              <a:defRPr sz="2330"/>
            </a:lvl6pPr>
            <a:lvl7pPr>
              <a:defRPr sz="2330"/>
            </a:lvl7pPr>
            <a:lvl8pPr>
              <a:defRPr sz="2330"/>
            </a:lvl8pPr>
            <a:lvl9pPr>
              <a:defRPr sz="233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2"/>
          </a:xfrm>
        </p:spPr>
        <p:txBody>
          <a:bodyPr/>
          <a:lstStyle>
            <a:lvl1pPr>
              <a:defRPr sz="3624"/>
            </a:lvl1pPr>
            <a:lvl2pPr>
              <a:defRPr sz="3106"/>
            </a:lvl2pPr>
            <a:lvl3pPr>
              <a:defRPr sz="2588"/>
            </a:lvl3pPr>
            <a:lvl4pPr>
              <a:defRPr sz="2330"/>
            </a:lvl4pPr>
            <a:lvl5pPr>
              <a:defRPr sz="2330"/>
            </a:lvl5pPr>
            <a:lvl6pPr>
              <a:defRPr sz="2330"/>
            </a:lvl6pPr>
            <a:lvl7pPr>
              <a:defRPr sz="2330"/>
            </a:lvl7pPr>
            <a:lvl8pPr>
              <a:defRPr sz="2330"/>
            </a:lvl8pPr>
            <a:lvl9pPr>
              <a:defRPr sz="233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96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3106" b="1"/>
            </a:lvl1pPr>
            <a:lvl2pPr marL="591715" indent="0">
              <a:buNone/>
              <a:defRPr sz="2588" b="1"/>
            </a:lvl2pPr>
            <a:lvl3pPr marL="1183431" indent="0">
              <a:buNone/>
              <a:defRPr sz="2330" b="1"/>
            </a:lvl3pPr>
            <a:lvl4pPr marL="1775147" indent="0">
              <a:buNone/>
              <a:defRPr sz="2071" b="1"/>
            </a:lvl4pPr>
            <a:lvl5pPr marL="2366862" indent="0">
              <a:buNone/>
              <a:defRPr sz="2071" b="1"/>
            </a:lvl5pPr>
            <a:lvl6pPr marL="2958578" indent="0">
              <a:buNone/>
              <a:defRPr sz="2071" b="1"/>
            </a:lvl6pPr>
            <a:lvl7pPr marL="3550293" indent="0">
              <a:buNone/>
              <a:defRPr sz="2071" b="1"/>
            </a:lvl7pPr>
            <a:lvl8pPr marL="4142009" indent="0">
              <a:buNone/>
              <a:defRPr sz="2071" b="1"/>
            </a:lvl8pPr>
            <a:lvl9pPr marL="4733725" indent="0">
              <a:buNone/>
              <a:defRPr sz="2071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106"/>
            </a:lvl1pPr>
            <a:lvl2pPr>
              <a:defRPr sz="2588"/>
            </a:lvl2pPr>
            <a:lvl3pPr>
              <a:defRPr sz="2330"/>
            </a:lvl3pPr>
            <a:lvl4pPr>
              <a:defRPr sz="2071"/>
            </a:lvl4pPr>
            <a:lvl5pPr>
              <a:defRPr sz="2071"/>
            </a:lvl5pPr>
            <a:lvl6pPr>
              <a:defRPr sz="2071"/>
            </a:lvl6pPr>
            <a:lvl7pPr>
              <a:defRPr sz="2071"/>
            </a:lvl7pPr>
            <a:lvl8pPr>
              <a:defRPr sz="2071"/>
            </a:lvl8pPr>
            <a:lvl9pPr>
              <a:defRPr sz="207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3106" b="1"/>
            </a:lvl1pPr>
            <a:lvl2pPr marL="591715" indent="0">
              <a:buNone/>
              <a:defRPr sz="2588" b="1"/>
            </a:lvl2pPr>
            <a:lvl3pPr marL="1183431" indent="0">
              <a:buNone/>
              <a:defRPr sz="2330" b="1"/>
            </a:lvl3pPr>
            <a:lvl4pPr marL="1775147" indent="0">
              <a:buNone/>
              <a:defRPr sz="2071" b="1"/>
            </a:lvl4pPr>
            <a:lvl5pPr marL="2366862" indent="0">
              <a:buNone/>
              <a:defRPr sz="2071" b="1"/>
            </a:lvl5pPr>
            <a:lvl6pPr marL="2958578" indent="0">
              <a:buNone/>
              <a:defRPr sz="2071" b="1"/>
            </a:lvl6pPr>
            <a:lvl7pPr marL="3550293" indent="0">
              <a:buNone/>
              <a:defRPr sz="2071" b="1"/>
            </a:lvl7pPr>
            <a:lvl8pPr marL="4142009" indent="0">
              <a:buNone/>
              <a:defRPr sz="2071" b="1"/>
            </a:lvl8pPr>
            <a:lvl9pPr marL="4733725" indent="0">
              <a:buNone/>
              <a:defRPr sz="2071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106"/>
            </a:lvl1pPr>
            <a:lvl2pPr>
              <a:defRPr sz="2588"/>
            </a:lvl2pPr>
            <a:lvl3pPr>
              <a:defRPr sz="2330"/>
            </a:lvl3pPr>
            <a:lvl4pPr>
              <a:defRPr sz="2071"/>
            </a:lvl4pPr>
            <a:lvl5pPr>
              <a:defRPr sz="2071"/>
            </a:lvl5pPr>
            <a:lvl6pPr>
              <a:defRPr sz="2071"/>
            </a:lvl6pPr>
            <a:lvl7pPr>
              <a:defRPr sz="2071"/>
            </a:lvl7pPr>
            <a:lvl8pPr>
              <a:defRPr sz="2071"/>
            </a:lvl8pPr>
            <a:lvl9pPr>
              <a:defRPr sz="207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108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935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759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5" cy="1162051"/>
          </a:xfrm>
        </p:spPr>
        <p:txBody>
          <a:bodyPr anchor="b"/>
          <a:lstStyle>
            <a:lvl1pPr algn="l">
              <a:defRPr sz="258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8" cy="5853113"/>
          </a:xfrm>
        </p:spPr>
        <p:txBody>
          <a:bodyPr/>
          <a:lstStyle>
            <a:lvl1pPr>
              <a:defRPr sz="4141"/>
            </a:lvl1pPr>
            <a:lvl2pPr>
              <a:defRPr sz="3624"/>
            </a:lvl2pPr>
            <a:lvl3pPr>
              <a:defRPr sz="3106"/>
            </a:lvl3pPr>
            <a:lvl4pPr>
              <a:defRPr sz="2588"/>
            </a:lvl4pPr>
            <a:lvl5pPr>
              <a:defRPr sz="2588"/>
            </a:lvl5pPr>
            <a:lvl6pPr>
              <a:defRPr sz="2588"/>
            </a:lvl6pPr>
            <a:lvl7pPr>
              <a:defRPr sz="2588"/>
            </a:lvl7pPr>
            <a:lvl8pPr>
              <a:defRPr sz="2588"/>
            </a:lvl8pPr>
            <a:lvl9pPr>
              <a:defRPr sz="2588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5" cy="4691063"/>
          </a:xfrm>
        </p:spPr>
        <p:txBody>
          <a:bodyPr/>
          <a:lstStyle>
            <a:lvl1pPr marL="0" indent="0">
              <a:buNone/>
              <a:defRPr sz="1812"/>
            </a:lvl1pPr>
            <a:lvl2pPr marL="591715" indent="0">
              <a:buNone/>
              <a:defRPr sz="1553"/>
            </a:lvl2pPr>
            <a:lvl3pPr marL="1183431" indent="0">
              <a:buNone/>
              <a:defRPr sz="1294"/>
            </a:lvl3pPr>
            <a:lvl4pPr marL="1775147" indent="0">
              <a:buNone/>
              <a:defRPr sz="1165"/>
            </a:lvl4pPr>
            <a:lvl5pPr marL="2366862" indent="0">
              <a:buNone/>
              <a:defRPr sz="1165"/>
            </a:lvl5pPr>
            <a:lvl6pPr marL="2958578" indent="0">
              <a:buNone/>
              <a:defRPr sz="1165"/>
            </a:lvl6pPr>
            <a:lvl7pPr marL="3550293" indent="0">
              <a:buNone/>
              <a:defRPr sz="1165"/>
            </a:lvl7pPr>
            <a:lvl8pPr marL="4142009" indent="0">
              <a:buNone/>
              <a:defRPr sz="1165"/>
            </a:lvl8pPr>
            <a:lvl9pPr marL="4733725" indent="0">
              <a:buNone/>
              <a:defRPr sz="116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838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58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141"/>
            </a:lvl1pPr>
            <a:lvl2pPr marL="591715" indent="0">
              <a:buNone/>
              <a:defRPr sz="3624"/>
            </a:lvl2pPr>
            <a:lvl3pPr marL="1183431" indent="0">
              <a:buNone/>
              <a:defRPr sz="3106"/>
            </a:lvl3pPr>
            <a:lvl4pPr marL="1775147" indent="0">
              <a:buNone/>
              <a:defRPr sz="2588"/>
            </a:lvl4pPr>
            <a:lvl5pPr marL="2366862" indent="0">
              <a:buNone/>
              <a:defRPr sz="2588"/>
            </a:lvl5pPr>
            <a:lvl6pPr marL="2958578" indent="0">
              <a:buNone/>
              <a:defRPr sz="2588"/>
            </a:lvl6pPr>
            <a:lvl7pPr marL="3550293" indent="0">
              <a:buNone/>
              <a:defRPr sz="2588"/>
            </a:lvl7pPr>
            <a:lvl8pPr marL="4142009" indent="0">
              <a:buNone/>
              <a:defRPr sz="2588"/>
            </a:lvl8pPr>
            <a:lvl9pPr marL="4733725" indent="0">
              <a:buNone/>
              <a:defRPr sz="2588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812"/>
            </a:lvl1pPr>
            <a:lvl2pPr marL="591715" indent="0">
              <a:buNone/>
              <a:defRPr sz="1553"/>
            </a:lvl2pPr>
            <a:lvl3pPr marL="1183431" indent="0">
              <a:buNone/>
              <a:defRPr sz="1294"/>
            </a:lvl3pPr>
            <a:lvl4pPr marL="1775147" indent="0">
              <a:buNone/>
              <a:defRPr sz="1165"/>
            </a:lvl4pPr>
            <a:lvl5pPr marL="2366862" indent="0">
              <a:buNone/>
              <a:defRPr sz="1165"/>
            </a:lvl5pPr>
            <a:lvl6pPr marL="2958578" indent="0">
              <a:buNone/>
              <a:defRPr sz="1165"/>
            </a:lvl6pPr>
            <a:lvl7pPr marL="3550293" indent="0">
              <a:buNone/>
              <a:defRPr sz="1165"/>
            </a:lvl7pPr>
            <a:lvl8pPr marL="4142009" indent="0">
              <a:buNone/>
              <a:defRPr sz="1165"/>
            </a:lvl8pPr>
            <a:lvl9pPr marL="4733725" indent="0">
              <a:buNone/>
              <a:defRPr sz="116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743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018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6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6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762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1F8E1-DDB3-D948-B24A-4DC14FF543DC}" type="datetimeFigureOut">
              <a:rPr lang="es-ES" smtClean="0"/>
              <a:t>04/05/2026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72156-55FD-4A4D-A683-11C7141AFE9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628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591715" rtl="0" eaLnBrk="1" latinLnBrk="0" hangingPunct="1">
        <a:spcBef>
          <a:spcPct val="0"/>
        </a:spcBef>
        <a:buNone/>
        <a:defRPr sz="56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3786" indent="-443786" algn="l" defTabSz="591715" rtl="0" eaLnBrk="1" latinLnBrk="0" hangingPunct="1">
        <a:spcBef>
          <a:spcPct val="20000"/>
        </a:spcBef>
        <a:buFont typeface="Arial"/>
        <a:buChar char="•"/>
        <a:defRPr sz="4141" kern="1200">
          <a:solidFill>
            <a:schemeClr val="tx1"/>
          </a:solidFill>
          <a:latin typeface="+mn-lt"/>
          <a:ea typeface="+mn-ea"/>
          <a:cs typeface="+mn-cs"/>
        </a:defRPr>
      </a:lvl1pPr>
      <a:lvl2pPr marL="961538" indent="-369823" algn="l" defTabSz="591715" rtl="0" eaLnBrk="1" latinLnBrk="0" hangingPunct="1">
        <a:spcBef>
          <a:spcPct val="20000"/>
        </a:spcBef>
        <a:buFont typeface="Arial"/>
        <a:buChar char="–"/>
        <a:defRPr sz="3624" kern="1200">
          <a:solidFill>
            <a:schemeClr val="tx1"/>
          </a:solidFill>
          <a:latin typeface="+mn-lt"/>
          <a:ea typeface="+mn-ea"/>
          <a:cs typeface="+mn-cs"/>
        </a:defRPr>
      </a:lvl2pPr>
      <a:lvl3pPr marL="1479289" indent="-295858" algn="l" defTabSz="591715" rtl="0" eaLnBrk="1" latinLnBrk="0" hangingPunct="1">
        <a:spcBef>
          <a:spcPct val="20000"/>
        </a:spcBef>
        <a:buFont typeface="Arial"/>
        <a:buChar char="•"/>
        <a:defRPr sz="3106" kern="1200">
          <a:solidFill>
            <a:schemeClr val="tx1"/>
          </a:solidFill>
          <a:latin typeface="+mn-lt"/>
          <a:ea typeface="+mn-ea"/>
          <a:cs typeface="+mn-cs"/>
        </a:defRPr>
      </a:lvl3pPr>
      <a:lvl4pPr marL="2071004" indent="-295858" algn="l" defTabSz="591715" rtl="0" eaLnBrk="1" latinLnBrk="0" hangingPunct="1">
        <a:spcBef>
          <a:spcPct val="20000"/>
        </a:spcBef>
        <a:buFont typeface="Arial"/>
        <a:buChar char="–"/>
        <a:defRPr sz="2588" kern="1200">
          <a:solidFill>
            <a:schemeClr val="tx1"/>
          </a:solidFill>
          <a:latin typeface="+mn-lt"/>
          <a:ea typeface="+mn-ea"/>
          <a:cs typeface="+mn-cs"/>
        </a:defRPr>
      </a:lvl4pPr>
      <a:lvl5pPr marL="2662721" indent="-295858" algn="l" defTabSz="591715" rtl="0" eaLnBrk="1" latinLnBrk="0" hangingPunct="1">
        <a:spcBef>
          <a:spcPct val="20000"/>
        </a:spcBef>
        <a:buFont typeface="Arial"/>
        <a:buChar char="»"/>
        <a:defRPr sz="2588" kern="1200">
          <a:solidFill>
            <a:schemeClr val="tx1"/>
          </a:solidFill>
          <a:latin typeface="+mn-lt"/>
          <a:ea typeface="+mn-ea"/>
          <a:cs typeface="+mn-cs"/>
        </a:defRPr>
      </a:lvl5pPr>
      <a:lvl6pPr marL="3254436" indent="-295858" algn="l" defTabSz="591715" rtl="0" eaLnBrk="1" latinLnBrk="0" hangingPunct="1">
        <a:spcBef>
          <a:spcPct val="20000"/>
        </a:spcBef>
        <a:buFont typeface="Arial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6pPr>
      <a:lvl7pPr marL="3846151" indent="-295858" algn="l" defTabSz="591715" rtl="0" eaLnBrk="1" latinLnBrk="0" hangingPunct="1">
        <a:spcBef>
          <a:spcPct val="20000"/>
        </a:spcBef>
        <a:buFont typeface="Arial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7pPr>
      <a:lvl8pPr marL="4437867" indent="-295858" algn="l" defTabSz="591715" rtl="0" eaLnBrk="1" latinLnBrk="0" hangingPunct="1">
        <a:spcBef>
          <a:spcPct val="20000"/>
        </a:spcBef>
        <a:buFont typeface="Arial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8pPr>
      <a:lvl9pPr marL="5029583" indent="-295858" algn="l" defTabSz="591715" rtl="0" eaLnBrk="1" latinLnBrk="0" hangingPunct="1">
        <a:spcBef>
          <a:spcPct val="20000"/>
        </a:spcBef>
        <a:buFont typeface="Arial"/>
        <a:buChar char="•"/>
        <a:defRPr sz="2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1715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3431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5147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66862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58578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50293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2009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33725" algn="l" defTabSz="59171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4ABF79-8ACA-EF12-08B6-290DAFF6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" y="648604"/>
            <a:ext cx="11739156" cy="55607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932407-24F6-D0E3-72E4-A23F0D5F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857"/>
          <a:stretch>
            <a:fillRect/>
          </a:stretch>
        </p:blipFill>
        <p:spPr>
          <a:xfrm>
            <a:off x="0" y="6187368"/>
            <a:ext cx="2455818" cy="6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49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099F-C991-70C9-3584-5E49E953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DAE7E7-A5E9-A39F-EC1D-089FCA71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8" y="952697"/>
            <a:ext cx="11800114" cy="525651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6F789B-F6CD-13B1-8FB0-B927757878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857"/>
          <a:stretch>
            <a:fillRect/>
          </a:stretch>
        </p:blipFill>
        <p:spPr>
          <a:xfrm>
            <a:off x="0" y="6209211"/>
            <a:ext cx="2455818" cy="6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8908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4036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1_Tema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PROYECTOS 001</dc:creator>
  <cp:lastModifiedBy>PROYECTOS</cp:lastModifiedBy>
  <cp:revision>125</cp:revision>
  <dcterms:created xsi:type="dcterms:W3CDTF">2026-04-17T21:24:12Z</dcterms:created>
  <dcterms:modified xsi:type="dcterms:W3CDTF">2026-05-04T19:39:23Z</dcterms:modified>
</cp:coreProperties>
</file>